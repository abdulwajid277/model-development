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89030" y="1464945"/>
            <a:ext cx="616582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2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Generative AI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570243" y="2303145"/>
            <a:ext cx="40035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Language Models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2822482" y="2867025"/>
            <a:ext cx="34989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Infrastructure, Resources &amp; Costs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649183" y="3491865"/>
            <a:ext cx="3845516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Mirza Abdul Wajid Baig • Student ID: 2911505 • November 2025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LLMs?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0"/>
            <a:ext cx="79248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Language Models are advanced AI systems trained on massive datasets to understand and generate human-like text.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958340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(OpenAI) - 1.8 trillion parameters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Ultra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(Google) - Advanced multimodal model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3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(Anthropic) - 300+ billion parameters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 3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(Meta) - Open-source flagship model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Process: Step 1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1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Collection &amp; Preparation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676400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massive datasets from web, books, code repositories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and filter data for quality and relevance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duplicates, correct errors, standardize formatting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GPT-4 trained on 1 petabyte (1,000 TB) of data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Process: Step 2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1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Pre-Training Phase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676400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learns language patterns and structures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thousands of high-performance GPUs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runs continuously for weeks or months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GPT-4 trained for ~3 months on 8,000-25,000 GPUs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Process: Step 3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0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 &amp; Alignment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676400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 fine-tuning on specific tasks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Reinforcement Learning with Human Feedback (RLHF)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 model behavior with human preferences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Additional 2-3 months for safety and quality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Process: Step 4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0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&amp; Deployment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676400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Extensive testing on benchmarks and real-world scenarios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evaluations and bias assessments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setup for serving millions of users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1-2 months before public release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80"/>
            <a:ext cx="7924800" cy="17221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971800"/>
            <a:ext cx="7924800" cy="17221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Computational Resources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Hardware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2026920"/>
            <a:ext cx="746150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A100/H100 GPUs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240280"/>
            <a:ext cx="746150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8,000-25,000 GPUs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453641"/>
            <a:ext cx="746150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$10,000-$40,000 per GPU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276600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Computing Power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14400" y="3749041"/>
            <a:ext cx="746150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GPT-4: 21 billion petaFLOPs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962400"/>
            <a:ext cx="746150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processing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4175761"/>
            <a:ext cx="746150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Specialized AI accelerators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Costs by Model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$40-100 million (compute only)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Ultra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$30-191 million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3.5 Sonnet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$10s of millions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 3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$720 million to $1 billion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Cost Breakdown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Acquisition: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$800 million (GPT-4 example)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Compute/Energy: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$40-100 million per training run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Preparation: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Millions for cleaning and labeling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Feedback: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RLHF contractors and evaluators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82"/>
            <a:ext cx="7924800" cy="15087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758441"/>
            <a:ext cx="7924800" cy="15087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Consumption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1554482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GPT-3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2026923"/>
            <a:ext cx="746150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1,287 MWh electricity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240282"/>
            <a:ext cx="746150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552 tons CO₂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063241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14400" y="3535682"/>
            <a:ext cx="746150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12x more than GPT-3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749041"/>
            <a:ext cx="746150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7,138 tons CO₂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600" y="4495800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Equivalent to 1,550 US citizens' annual emissions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Investment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Pre-Training: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2-3 months of continuous GPU operation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2-3 months for RLHF and optimization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1-2 months for safety and quality checks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6-8 months from start to deployment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Requirements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 petabyte training data, 13 trillion tokens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16 trillion tokens (multimodal data)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Web crawls, Wikipedia, books, code, social media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Extensive cleaning, filtering, deduplication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Growth Trends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costs increasing 2.4x per year since 2016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frontier models expected to cost $1 billion by 2027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 4 projected to require $3 billion in hardware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training clusters reaching $10-100 billion by 2027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Investments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$50B investment in US computing infrastructure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$5B+ annual compute spending (2024)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Google/Amazon: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Multi-billion dollar AI data centers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facilities optimized for AI workloads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costs growing exponentially with model capabilities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Massive infrastructure investments required for frontier models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Significant environmental impact from energy consumption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Time-to-market spans 6-8 months for complete development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4044" y="1760218"/>
            <a:ext cx="249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76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080517" y="2537464"/>
            <a:ext cx="9829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9600" y="2956564"/>
            <a:ext cx="7924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presentation demonstrates the significant resources required to train state-of-the-art generative AI models, including computational power, energy, time, and financial investment.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2025-11-22T04:20:21Z</dcterms:created>
  <dcterms:modified xsi:type="dcterms:W3CDTF">2025-11-22T04:20:21Z</dcterms:modified>
</cp:coreProperties>
</file>