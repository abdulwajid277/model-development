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2e954890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2e954890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2e954890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2e954890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2e954890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2e95489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2e954890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2e954890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2e954890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2e954890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2e954890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2e954890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2e954890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2e954890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2e954890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2e954890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2e954890b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2e954890b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NEURAL NETWORK ARCHITECTURE &amp; COMPONENTS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Mirza Abdul Wajid Baig | ID: 2911505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 Core Neural Network Components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1. LAYERS - Organize computation into stages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2. NEURONS - Basic processing units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3. WEIGHTS - Store learned knowledge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4. ACTIVATION FUNCTIONS - Enable non-linear learning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5. LOSS FUNCTIONS - Measure prediction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6. OPTIMIZATION ALGORITHMS - Improve the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LAYERS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Input Layer: Receives raw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Hidden Layers: Learn patterns &amp;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Output Layer: Produces final predictions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Each layer transforms input to extract higher-level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NEURONS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Basic processing units of neural networks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Process: Receive inputs → Apply weights → Sum → Activation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Work together to learn complex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Millions or billions in large networks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WEIGHTS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Adjustable numerical values controlling connection strength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Start: Random initialization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Updated: During training via backpropagation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Store the learned knowledge of the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ACTIVATION FUNCTIONS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ReLU: Most common for hidden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Sigmoid: For binary classification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Tanh: For hidden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Softmax: For multi-class classification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Enable non-linear learning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LOSS FUNCTIONS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MSE: For regression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Cross-Entropy: For classification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Binary Cross-Entropy: For binary classification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Measure prediction error &amp; guide learning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OPTIMIZATION ALGORITHMS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Gradient Descent: Foundational method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SGD: Updates using single samples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Adam: Adaptive learning (most popular)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RMSprop: Good alternative to Adam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Adjust weights to minimize loss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TAKEAWAYS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311168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All 6 components work together as an integrated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Layers organize, Neurons process, Weights store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Activation enables complexity, Loss guides learning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Optimization improves the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-GB"/>
              <a:t>Visualization is key to understanding AI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Goodfellow, I., Bengio, Y., &amp; Courville, A. (2016). Deep Learning. MIT Press.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2. LeCun, Y., Bengio, Y., &amp; Hinton, G. (2015). Deep learning. Nature, 521(7553), 436-444.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3. Keras Documentation: https://keras.io/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4. TensorFlow Documentation: https://www.tensorflow.org/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5. Scikit-learn: https://scikit-learn.org/stable/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6. Rosenblatt, F. (1958). The Perceptron: A Probabilistic Model for Information Storage and Organization in the Brain. Psychological Review, 65(6), 386-408.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